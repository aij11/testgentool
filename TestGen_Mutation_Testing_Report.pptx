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463040"/>
            <a:ext cx="10058400" cy="123444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Mutation Testing with TestGen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697480"/>
            <a:ext cx="10058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2F4F8"/>
                </a:solidFill>
              </a:rPr>
              <a:t>Automated API Bug Detection using Symbolic Execution &amp; Z3 SMT 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5A623"/>
                </a:solidFill>
              </a:rPr>
              <a:t>Three Backends  ·  24 Injected Mutations  ·  21 Detected  (87.5%)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Restaurant API  |  E-Commerce API  |  Library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4846320"/>
            <a:ext cx="10058400" cy="54864"/>
          </a:xfrm>
          <a:prstGeom prst="rect">
            <a:avLst/>
          </a:prstGeom>
          <a:solidFill>
            <a:srgbClr val="55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DD"/>
                </a:solidFill>
              </a:rPr>
              <a:t>TestGen Tool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What we will cover in this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02920" cy="804672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5" y="1828800"/>
            <a:ext cx="429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9280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4E"/>
                </a:solidFill>
              </a:rPr>
              <a:t>TestGen Framework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02920" cy="804672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828800"/>
            <a:ext cx="429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59" y="1691640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89280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4E"/>
                </a:solidFill>
              </a:rPr>
              <a:t>How Bug Detection Works —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07208"/>
            <a:ext cx="502920" cy="804672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5" y="2944368"/>
            <a:ext cx="429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807208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08376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4E"/>
                </a:solidFill>
              </a:rPr>
              <a:t>Restaurant Backend  (5 / 8 detected)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807208"/>
            <a:ext cx="502920" cy="804672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944368"/>
            <a:ext cx="429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59" y="2807208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008376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4E"/>
                </a:solidFill>
              </a:rPr>
              <a:t>E-Commerce Backend  (8 / 8 detected)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22776"/>
            <a:ext cx="502920" cy="804672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5" y="4059936"/>
            <a:ext cx="429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922776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23944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4E"/>
                </a:solidFill>
              </a:rPr>
              <a:t>Library Backend     (8 / 8 detected)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22776"/>
            <a:ext cx="502920" cy="804672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4059936"/>
            <a:ext cx="429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59" y="3922776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123944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4E"/>
                </a:solidFill>
              </a:rPr>
              <a:t>Comparative Results &amp; Mutation Scores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038344"/>
            <a:ext cx="502920" cy="804672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5" y="5175504"/>
            <a:ext cx="429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5038344"/>
            <a:ext cx="2240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23951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4E"/>
                </a:solidFill>
              </a:rP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TestGen — Framework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Specification-based automated API test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39496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4A8C"/>
                </a:solidFill>
              </a:rPr>
              <a:t>What is TestGen?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29968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Formal spec → Abstract Test Case (ATC)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04288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Uses assume() / assert() to encode pre/postconditions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578608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Symbolic variables (X0, X1, …) as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852927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Z3 SMT Solver finds satisfying concrete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127247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Live backend HTTP calls with real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401567"/>
            <a:ext cx="5074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Assert failures = bug detected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00200"/>
            <a:ext cx="5715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709928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4A8C"/>
                </a:solidFill>
              </a:rPr>
              <a:t>Key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02996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SEE — Symbolic Execution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30428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RewriteGlobalsVisitor — map ops → test-API 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57860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FunctionFactory — HTTP adapter per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852927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LibrarySpec / EcommerceSpec / RestaurantSpec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127247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▸ TestController (/api/test/*) — state inspection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60520"/>
            <a:ext cx="11521440" cy="7772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Backends tested:   Node.js / Express (Restaurant &amp; E-Commerce)   |   Java Spring Boot (Library)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029200"/>
            <a:ext cx="115214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4A8C"/>
                </a:solidFill>
              </a:rPr>
              <a:t>Supported Bug Types Detected: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440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✔ Wrong HTTP status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440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✔ Missing side-effects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✔ Wrong conditionals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✔ Boundary condition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✔ Auth bypass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✔ Arithmetic errors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63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✔ Wrong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Bug Detection Works —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From formal specification to concrete test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38404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11095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58568"/>
            <a:ext cx="1645920" cy="1508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33172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743200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Formal postconditions
&amp; preconditions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28346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79" y="1874519"/>
            <a:ext cx="38404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5999" y="1911095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79" y="2258568"/>
            <a:ext cx="1645920" cy="1508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13432" y="233172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432" y="2743200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assume() / assert()
Abstract Test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6" y="28346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874519"/>
            <a:ext cx="38404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911095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258568"/>
            <a:ext cx="1645920" cy="1508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87952" y="233172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2743200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Global maps →
Test-API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8346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874519"/>
            <a:ext cx="38404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911095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258568"/>
            <a:ext cx="1645920" cy="1508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233172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SEE + Z3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2743200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Symbolic execution
Constraint solving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5" y="28346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1874519"/>
            <a:ext cx="38404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1911095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258568"/>
            <a:ext cx="1645920" cy="1508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36992" y="233172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CTC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2743200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Concrete values
Live HTTP calls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6336" y="283463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38360" y="1874519"/>
            <a:ext cx="384048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1911095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8360" y="2258568"/>
            <a:ext cx="1645920" cy="15087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11512" y="2331720"/>
            <a:ext cx="1499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1512" y="2743200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ASSERT FAILED
= BUG DETECTED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840480"/>
            <a:ext cx="115214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93192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234E"/>
                </a:solidFill>
              </a:rPr>
              <a:t>Key insight: The spec postcondition is the oracle — if the backend violates a formally-specified postcondition,
the ASSERT statement fails during CTC execution and the bug is flagged automatically.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120640"/>
            <a:ext cx="11521440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212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2F4F8"/>
                </a:solidFill>
              </a:rPr>
              <a:t>ATC = Abstract Test Case    CTC = Concrete Test Case    SEE = Symbolic Execution Engine
Z3 = SMT Solver by Microsoft Research    TestAPI = /api/test/* backend endpoints for live state inspection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Restaurant Backend — Bug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Node.js / Express  |  Port 5002  |  Mutation Score: 5 / 8  (62.5%)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6550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Bug ID /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165506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Bug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1655064"/>
            <a:ext cx="1691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1655064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1655064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How Detected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11680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10312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B1  auth.js:73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103120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status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103120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103120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03120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register returns 200 not 201 → _result==201 fails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87168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78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B2  restaurants.js:31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578608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status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2578608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578608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578608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create returns 200 → factory returns '' → not in R'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962656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05409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B3  menu.js:41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3054096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status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054096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3054096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054096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addMenuItem 200 → '' → not in M'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438144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529584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B4  orders.js:41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3529584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Arithmetic 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3529584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529584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NO 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3529584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No spec check on finalAmount field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913632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005072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B5  orders.js:82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16352" y="4005072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Missing side-effect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4005072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4005072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4005072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cart not cleared → customerEmail in C' → fails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389120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448056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B6  cart.js:129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16352" y="4480560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Boundary condition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2" y="4480560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4480560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NO 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4480560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No boundary test block in spec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864608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4956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B7  reviews.js:40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16352" y="4956048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conditional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02352" y="4956048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1152" y="4956048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4956048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review guard inverted → 400 → '' not in Rev'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340096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543153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B8  Cart.js:43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16352" y="5431536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Arithmetic error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2352" y="5431536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31152" y="5431536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NO 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08592" y="5431536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No cart total verification endpoint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84080" y="5806440"/>
            <a:ext cx="205740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02368" y="58338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 / 8
62.5%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Restaurant Backend — Why 3 Bugs Were Missed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Lessons learned and what spec enhancements would catch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6459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B4 — Arithmetic Error: Order totalAmount missing deliveryFee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65960"/>
            <a:ext cx="11521440" cy="1097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0391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Spec did not include a postcondition checking the finalAmount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Fix: Add a /api/test/check_order_total endpoint + checkOrderTotalOk spec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5328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Same approach used successfully in E-Commerce (EB4 detected at depth 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00400"/>
            <a:ext cx="1152144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2461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B6 — Boundary Condition: cart quantity &lt;= 0 allowed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66160"/>
            <a:ext cx="11521440" cy="960119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63931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No spec block for boundary-value testing of the quantity 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8862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Fix: Add addToCartQuantityZeroErr spec block asserting _result == 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133087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Same approach used successfully in E-Commerce (EB6 detected at depth 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63440"/>
            <a:ext cx="1152144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4709159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B8 — Arithmetic Error: Cart totalAmount ignores item quantity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029200"/>
            <a:ext cx="11521440" cy="1188719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510235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Cart model computed total + item.price instead of total + item.price * qty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53492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Fix: Add /api/test/check_cart_total endpoint that recomputes from stored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5596127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Same arithmetic verification pattern applied in E-Commerce for EB4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E-Commerce Backend — Bug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Node.js / Express  |  Port 3000  |  Mutation Score: 8 / 8  (100%)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6550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Bug ID /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165506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Bug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1655064"/>
            <a:ext cx="1691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1655064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1655064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How Detected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11680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10312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EB1  authController:32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103120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status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103120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103120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03120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register 200 not 201 → _result==201 fails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87168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78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EB2  productController:21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2578608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status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2578608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578608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578608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createProduct 200 → '' → not in P'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962656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05409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EB3  orderController:53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3054096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status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054096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3054096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054096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createOrder 200 → '' → not in O'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438144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529584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EB4  orderController:23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3529584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Arithmetic error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3529584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3529584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3529584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check_order_total returns 400 → _result≠1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913632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005072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EB5  orderController:50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16352" y="4005072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Missing side-effect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4005072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1152" y="4005072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4005072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cart not cleared → buyerEmail in C' → fails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389120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448056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EB6  cartController:13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16352" y="4480560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Boundary condition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2" y="4480560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4480560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4480560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exact-stock qty rejected → 400 ≠ 200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864608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4956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EB7  reviewController:15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16352" y="4956048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conditional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02352" y="4956048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1152" y="4956048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4956048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review guard inverted → 400 → '' not in Rev'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340096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543153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EB8  productController:59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16352" y="5431536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Auth bypass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2352" y="5431536"/>
            <a:ext cx="1673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31152" y="5431536"/>
            <a:ext cx="22219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08592" y="5431536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buyer deletes seller product → 200 ≠ 404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84080" y="5806440"/>
            <a:ext cx="20574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02368" y="58338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 / 8
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E-Commerce — New Techniques for 100%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Three new factory functions and one new verification endpoint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577840" cy="365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64592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CheckOrderTotalFunc  (EB4 — Arithmetic)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65960"/>
            <a:ext cx="5577840" cy="1508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039112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GET /api/test/check_order_total/:orderId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Recomputes expected = Σ(price × qty) from stored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53288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Compares with stored totalAmount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77977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Returns 1 (pass) or 400 (fail) → spec asserts _result==1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00200"/>
            <a:ext cx="5577840" cy="365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64592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AddToCartMaxStockFunc  (EB6 — Boundary)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965960"/>
            <a:ext cx="5577840" cy="1508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2039112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GET /api/test/get_Stock to fetch current product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286000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POST /api/cart with quantity = exact stock 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53288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Correct (&gt;): exact stock allowed → 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77977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Buggy (&gt;=): exact stock rejected → 400 ≠ 200 → FAILS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11880"/>
            <a:ext cx="5577840" cy="365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5760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DeleteProductByBuyerFunc  (EB8 — Auth Bypass)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77640"/>
            <a:ext cx="5577840" cy="1508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050791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Uses buyer's JWT token to DELETE a seller-owned 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297679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Spec block asserts _result == 404 (rejection expected)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544567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Correct: seller check fails → 404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791455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Buggy: no seller check → product deleted → 200 ≠ 404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611880"/>
            <a:ext cx="557784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44768" y="365760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Cascade Pattern — EB2 Dominates Tests EB3–EB7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977640"/>
            <a:ext cx="5577840" cy="15087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4050791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EB2 (createProduct returns 200) causes factory to return ''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297679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'' is not a valid productId → cascades into EB3–EB7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4544567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Each bug still has its own independent assertion failure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4791455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Cascade awareness documented in each individual 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623560"/>
            <a:ext cx="11521440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7150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Key: Arithmetic &amp; boundary bugs need dedicated verification endpoints added to /api/test/* routes.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Library Backend — Bug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Java Spring Boot  |  MySQL  |  Port 8080  |  Mutation Score: 8 / 8  (100%)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65506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Bug ID /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165506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Bug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672" y="1655064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2592" y="165506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8592" y="1655064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How Detected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11680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10312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LB1  RequestController:167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103120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Missing side-effect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103120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103120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03120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request not deleted → still in Req' → not_in fails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87168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78608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LB2  BookService:43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6392" y="2578608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Missing side-effect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578608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578608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578608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book not deleted → still in B' → not_in fails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962656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054096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LB3  RequestController:147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36392" y="305409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conditional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3054096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3054096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054096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inverted guard → exception → 500 → not in Loans'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438144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529584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LB4  BookStudentService:70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6392" y="3529584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Missing side-effect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3529584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529584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3529584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loan not deleted → still in Loans' → not_in fails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913632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005072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LB5  StudentService:50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36392" y="4005072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Missing side-effect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4005072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4005072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4005072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student not deleted → still in S' → not_in fails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389120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4480560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LB6  BookService:57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36392" y="4480560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operation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6672" y="4480560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480560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4480560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delete instead of update → book gone → not in B'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864608"/>
            <a:ext cx="115214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4956048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LB7  StudentService:40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36392" y="4956048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Missing side-effect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76672" y="4956048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4956048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4956048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returns id=0 (unsaved) → not in S'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340096"/>
            <a:ext cx="1152144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5431536"/>
            <a:ext cx="2587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LB8  BookService:33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36392" y="543153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Missing side-effect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76672" y="5431536"/>
            <a:ext cx="1490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2592" y="5431536"/>
            <a:ext cx="2130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YES 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08592" y="5431536"/>
            <a:ext cx="2496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returns code=0 (unsaved) → not in B'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84080" y="5806440"/>
            <a:ext cx="205740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02368" y="58338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 / 8
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Library Backend — Key Points &amp;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Java Spring Boot differs from Node.js — different mutation strategies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64592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 New Spec Blocks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65960"/>
            <a:ext cx="5577840" cy="1143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039112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All 8 bugs caught by EXISTING LibrarySpec.cpp postconditions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86000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saveBookOk, deleteBookOk, updateBookOk, acceptRequestOk,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53288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returnBookOk, deleteStudentOk already encoded correct behaviour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600200"/>
            <a:ext cx="5577840" cy="365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64592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Java 'new Object()' Pattern (LB7, LB8)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965960"/>
            <a:ext cx="5577840" cy="1143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039112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saveStudent / addBook return new Student() / new Book()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286000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Default id/bookCode = 0 (Java uninitialized int)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532888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DB INSERT never called → bookCode=0 not in live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779776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Detected at depth=1 — the earliest possible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246120"/>
            <a:ext cx="557784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291839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LB7/LB8 Cascade (same as EB2 in Ecommerce)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11879"/>
            <a:ext cx="5577840" cy="1143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685031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LB8 (book code=0) cascades into LB1, LB3, LB4, LB6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3931919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LB7 (student id=0) cascades into LB1, LB3, LB4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178807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Each bug independently detectable; cascade documented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425695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Pattern identical to EB2 in the ecommerce study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246120"/>
            <a:ext cx="5577840" cy="36576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3291839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Wrong Operation Bug (LB6)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611879"/>
            <a:ext cx="5577840" cy="1143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3685031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updateBook called deleteById — deleted instead of updating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931919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Spec: in(bookCode, dom(B')) after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178807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Deletion causes B' to NOT contain bookCode → fails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4425695"/>
            <a:ext cx="53949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Novel bug type not present in restaurant or ecommerce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92040"/>
            <a:ext cx="11521440" cy="17373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956048"/>
            <a:ext cx="11155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Spring Boot difference: SaveBookFunc accepts BOTH 200 and 201 (Spring default is 200).
This means HTTP status code mutations alone would NOT be detected.
All library bugs were therefore designed as missing side-effects, wrong operations, or wrong conditionals.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Comparative Results — All Three Backends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Overall Mutation Score: 21 / 24 bugs detected (87.5%)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749039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Restaurant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299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Node.js · Port 5002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14600"/>
            <a:ext cx="3749039" cy="8229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560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5 /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926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62.5%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337560"/>
            <a:ext cx="3749039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38328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34E"/>
                </a:solidFill>
              </a:rPr>
              <a:t>3 missed: arithmetic &amp; boundary bugs
required new spec blocks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600200"/>
            <a:ext cx="3749039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16459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E-Commerce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0299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Node.js · Port 3000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2514600"/>
            <a:ext cx="3749039" cy="8229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2560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8 /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926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337560"/>
            <a:ext cx="3749039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338328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34E"/>
                </a:solidFill>
              </a:rPr>
              <a:t>All detected: 3 new factory functions
&amp; 1 new verification endpoint added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9" y="1600200"/>
            <a:ext cx="3749039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16459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202996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Spring Boot · Port 8080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2514600"/>
            <a:ext cx="3749039" cy="8229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59" y="2560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8 /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2926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3337560"/>
            <a:ext cx="3749039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7" y="338328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34E"/>
                </a:solidFill>
              </a:rPr>
              <a:t>All detected: no new spec blocks
needed; existing spec sufficient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89120"/>
            <a:ext cx="11521440" cy="347472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348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Detection Rate by Bug 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773168"/>
            <a:ext cx="115214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800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HTTP Status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80060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3/3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80060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3/3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80060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0/0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047488"/>
            <a:ext cx="11521440" cy="256032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0749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Missing Side-Effect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507492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1/1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07492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1/1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507492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5/5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321807"/>
            <a:ext cx="115214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34924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Conditional Guard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53492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1/1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3492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1/1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53492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1/1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596127"/>
            <a:ext cx="11521440" cy="256032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623559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Arithmetic Error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623559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</a:rPr>
              <a:t>0/2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623559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1/1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623559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0/0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870448"/>
            <a:ext cx="115214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89788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Boundary Condition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589788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</a:rPr>
              <a:t>0/1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89788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1/1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589788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0/0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144768"/>
            <a:ext cx="11521440" cy="256032"/>
          </a:xfrm>
          <a:prstGeom prst="rect">
            <a:avLst/>
          </a:prstGeom>
          <a:solidFill>
            <a:srgbClr val="EE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61722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Auth Bypass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26280" y="617220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0/0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617220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1/1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20" y="617220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0/0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6419088"/>
            <a:ext cx="115214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4465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4E"/>
                </a:solidFill>
              </a:rPr>
              <a:t>Wrong Operation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6280" y="644652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0/0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644652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0/0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9720" y="644652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1/1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26280" y="4517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Restaurant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4517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E-Commerce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20" y="4517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34E"/>
                </a:solidFill>
              </a:rPr>
              <a:t>Library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11686032" cy="1417320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68603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5532120" cy="1463040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27632"/>
            <a:ext cx="5532120" cy="420624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 Spec postconditions are powerful oracles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21408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Formally encoding WHAT the API should do (not how) catches 21 of 24 mutations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627632"/>
            <a:ext cx="5532120" cy="1463040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627632"/>
            <a:ext cx="5532120" cy="420624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 Missing side-effects are easiest to 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2121408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not_in(x, dom(Map')) catches any delete that doesn't delete, or accept that doesn't delete the request.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27832"/>
            <a:ext cx="5532120" cy="1463040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227832"/>
            <a:ext cx="5532120" cy="420624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291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 Arithmetic &amp; boundary bugs need verification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721608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Adding /api/test/check_* routes enables the spec to compare computed vs stored values.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227832"/>
            <a:ext cx="5532120" cy="1463040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3227832"/>
            <a:ext cx="5532120" cy="420624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291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 Cascade awareness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1" y="3721608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EB2/LB8 (save without persist) cascades into all downstream tests — detect early, detect often.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28032"/>
            <a:ext cx="5532120" cy="1463040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828032"/>
            <a:ext cx="5532120" cy="420624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892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 Tech stack differences shape mutation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5321808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Spring Boot returns 200 by default → status code mutations undetectable; focus on state changes instead.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828032"/>
            <a:ext cx="5532120" cy="1463040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828032"/>
            <a:ext cx="5532120" cy="420624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4892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◆  100% mutation score is achievable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1" y="5321808"/>
            <a:ext cx="5212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E-Commerce and Library backends both hit 100% by adding targeted spec blocks and factory functions.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400800"/>
            <a:ext cx="110642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43737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4E"/>
                </a:solidFill>
              </a:rPr>
              <a:t>Overall Mutation Score:  21 / 24  (87.5%)    |    Restaurant: 62.5%    |    E-Commerce: 100%    |    Library: 100%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Output Files &amp;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All reports stored in: /Users/nakulpanwar/Desktop/TestgenTool/all_test_files/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749039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367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Restaurant (9 files)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84248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0299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bugtest_B1_register_status_201.txt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4871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bugtest_B2_create_restaurant_status_201.txt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9443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bugtest_B3_add_menu_item_status_201.txt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4015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bugtest_B4_order_amount_delivery_fee.txt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8587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bugtest_B5_cart_not_cleared_after_order.txt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3159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bugtest_B6_cart_quantity_zero_boundary.txt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7731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bugtest_B7_review_guard_inverted.txt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2303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bugtest_B8_cart_total_ignores_quantity.txt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6875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★ bugtest_SUMMARY_ALL8_BUGS.txt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600200"/>
            <a:ext cx="374903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16367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E-Commerce (9 files)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1984248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20299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bugtest_ECOM_EB1_register_status_201.txt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7" y="24871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bugtest_ECOM_EB2_create_product_status_201.txt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29443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bugtest_ECOM_EB3_create_order_status_201.txt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34015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bugtest_ECOM_EB4_order_total_ignores_quantity.txt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38587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bugtest_ECOM_EB5_cart_not_cleared_after_order.txt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7" y="43159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bugtest_ECOM_EB6_cart_boundary_condition.txt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7" y="47731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bugtest_ECOM_EB7_review_guard_inverted.txt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7" y="52303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bugtest_ECOM_EB8_delete_product_auth_bypass.txt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7" y="56875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★ bugtest_ECOM_SUMMARY_ALL8_BUGS.txt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1600200"/>
            <a:ext cx="3749039" cy="384048"/>
          </a:xfrm>
          <a:prstGeom prst="rect">
            <a:avLst/>
          </a:prstGeom>
          <a:solidFill>
            <a:srgbClr val="2E4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16367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Library (9 files)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1984248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7" y="20299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bugtest_LIB_LB1_request_not_deleted.txt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7" y="24871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bugtest_LIB_LB2_book_not_deleted.txt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7" y="29443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bugtest_LIB_LB3_overlap_check_inverted.txt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7" y="34015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bugtest_LIB_LB4_loan_not_deleted_on_return.txt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7" y="38587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bugtest_LIB_LB5_student_not_deleted.txt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7" y="43159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bugtest_LIB_LB6_update_deletes_book.txt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7" y="47731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bugtest_LIB_LB7_student_not_saved.txt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7" y="52303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34E"/>
                </a:solidFill>
              </a:rPr>
              <a:t>• bugtest_LIB_LB8_book_not_saved.txt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7" y="5687568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4A8C"/>
                </a:solidFill>
              </a:rPr>
              <a:t>★ bugtest_LIB_SUMMARY_ALL8_BUGS.txt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510528"/>
            <a:ext cx="11521440" cy="256032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2881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Total: 27 report files  |  Each bug has one individual report + one summary per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