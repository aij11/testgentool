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TestGen: Specification-Based Mutation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A5F5"/>
                </a:solidFill>
              </a:rPr>
              <a:t>Restaurant · E-Commerce · Library Web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Automated Bug Detection via Formal Specs, Symbolic Execution &amp; Z3 SMT Solving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530352"/>
          </a:xfrm>
          <a:prstGeom prst="rect">
            <a:avLst/>
          </a:prstGeom>
          <a:solidFill>
            <a:srgbClr val="E8EAF6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1.  TestGen Core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64792"/>
            <a:ext cx="11247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9222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7E"/>
                </a:solidFill>
              </a:rPr>
              <a:t>2.  ATC → CTC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86584"/>
            <a:ext cx="11247120" cy="530352"/>
          </a:xfrm>
          <a:prstGeom prst="rect">
            <a:avLst/>
          </a:prstGeom>
          <a:solidFill>
            <a:srgbClr val="E8EAF6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14016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7E"/>
                </a:solidFill>
              </a:rPr>
              <a:t>3.  Restaurant Backend — Results &amp; Bug Descriptions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08376"/>
            <a:ext cx="11247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3580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7E"/>
                </a:solidFill>
              </a:rPr>
              <a:t>4.  E-Commerce Backend — Results &amp; Bug Descriptions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30168"/>
            <a:ext cx="11247120" cy="530352"/>
          </a:xfrm>
          <a:prstGeom prst="rect">
            <a:avLst/>
          </a:prstGeom>
          <a:solidFill>
            <a:srgbClr val="E8EAF6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7E"/>
                </a:solidFill>
              </a:rPr>
              <a:t>5.  Library Backend — Results &amp; Bug Descriptions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51960"/>
            <a:ext cx="11247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793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7E"/>
                </a:solidFill>
              </a:rPr>
              <a:t>6.  Bug Test File Walkthrough (2 examples)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73752"/>
            <a:ext cx="11247120" cy="530352"/>
          </a:xfrm>
          <a:prstGeom prst="rect">
            <a:avLst/>
          </a:prstGeom>
          <a:solidFill>
            <a:srgbClr val="E8EAF6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0118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7E"/>
                </a:solidFill>
              </a:rPr>
              <a:t>7.  Comparative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95544"/>
            <a:ext cx="11247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22976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8. 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TestGen — Core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657600" cy="1371600"/>
          </a:xfrm>
          <a:prstGeom prst="rect">
            <a:avLst/>
          </a:prstGeom>
          <a:solidFill>
            <a:srgbClr val="E8EAF6"/>
          </a:solidFill>
          <a:ln w="1270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TestGen ATC
(Abstract Test Case)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 program generated from the formal spec containing assume() and assert() statements.
assume() = preconditions (what must be true before the call)
assert() = postconditions (what must be true after the call)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657600" cy="1371600"/>
          </a:xfrm>
          <a:prstGeom prst="rect">
            <a:avLst/>
          </a:prstGeom>
          <a:solidFill>
            <a:srgbClr val="E8EAF6"/>
          </a:solidFill>
          <a:ln w="1270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143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genATC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5448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The module that compiles spec blocks into ATCs. Reads the spec file, extracts each operation's pre/postconditions, and produces the ATC program to be executed by the SEE.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097280"/>
            <a:ext cx="3657600" cy="1371600"/>
          </a:xfrm>
          <a:prstGeom prst="rect">
            <a:avLst/>
          </a:prstGeom>
          <a:solidFill>
            <a:srgbClr val="E8EAF6"/>
          </a:solidFill>
          <a:ln w="1270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143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SEE — Symbolic Execution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55448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Runs the ATC with symbolic (unknown) variables. Tracks path constraints from assume() statements. Two iterations: first symbolic (to gather constraints), second concrete (to call the real backend).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51760"/>
            <a:ext cx="3657600" cy="1371600"/>
          </a:xfrm>
          <a:prstGeom prst="rect">
            <a:avLst/>
          </a:prstGeom>
          <a:solidFill>
            <a:srgbClr val="E8EAF6"/>
          </a:solidFill>
          <a:ln w="1270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974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Z3 SMT Solver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08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Takes all accumulated path constraints from the SEE and finds a satisfying concrete assignment. If UNSAT → no valid input exists for this path. If SAT → concrete test inputs found.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651760"/>
            <a:ext cx="3657600" cy="1371600"/>
          </a:xfrm>
          <a:prstGeom prst="rect">
            <a:avLst/>
          </a:prstGeom>
          <a:solidFill>
            <a:srgbClr val="E8EAF6"/>
          </a:solidFill>
          <a:ln w="1270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6974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Rewrite Globals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108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Transforms global map operations (B[k]=v, in(x, dom(B))) into live test-API calls: get_B(), set_B(). This links spec assertions to real live database state.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651760"/>
            <a:ext cx="3657600" cy="1371600"/>
          </a:xfrm>
          <a:prstGeom prst="rect">
            <a:avLst/>
          </a:prstGeom>
          <a:solidFill>
            <a:srgbClr val="E8EAF6"/>
          </a:solidFill>
          <a:ln w="1270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6974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CTC — Concrete Test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08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The final executable test: Z3-assigned inputs, real HTTP calls to the backend, and assert() evaluated against actual responses. ASSERT FAILED = bug detected.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03F9F"/>
                </a:solidFill>
              </a:rPr>
              <a:t>ATC → SEE → Z3 → Concrete values → Backend HTTP calls → assert() evaluated → CTC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ATC → CTC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1645920" cy="1280160"/>
          </a:xfrm>
          <a:prstGeom prst="rect">
            <a:avLst/>
          </a:prstGeom>
          <a:solidFill>
            <a:srgbClr val="1A237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7451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4231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Formal spec:
pre + postconditions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86000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2A5F5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40864" y="1828800"/>
            <a:ext cx="1645920" cy="1280160"/>
          </a:xfrm>
          <a:prstGeom prst="rect">
            <a:avLst/>
          </a:prstGeom>
          <a:solidFill>
            <a:srgbClr val="303F9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6584" y="187451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ATC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6584" y="24231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assume() + assert()
program generated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6784" y="2286000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2A5F5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1645920" cy="1280160"/>
          </a:xfrm>
          <a:prstGeom prst="rect">
            <a:avLst/>
          </a:prstGeom>
          <a:solidFill>
            <a:srgbClr val="303F9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87451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REWRITE
GLOBALS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4231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B[k] → get_B()
in(x,dom(B)) → live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2286000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2A5F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828800"/>
            <a:ext cx="1645920" cy="1280160"/>
          </a:xfrm>
          <a:prstGeom prst="rect">
            <a:avLst/>
          </a:prstGeom>
          <a:solidFill>
            <a:srgbClr val="303F9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87451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SEE
+ Z3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4231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Symbolic vars → constraints
Z3 finds concrete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286000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2A5F5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6176" y="1828800"/>
            <a:ext cx="1645920" cy="1280160"/>
          </a:xfrm>
          <a:prstGeom prst="rect">
            <a:avLst/>
          </a:prstGeom>
          <a:solidFill>
            <a:srgbClr val="303F9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187451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BACKEND
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4231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HTTP calls with
concrete 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6" y="2286000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2A5F5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0" y="1828800"/>
            <a:ext cx="1645920" cy="1280160"/>
          </a:xfrm>
          <a:prstGeom prst="rect">
            <a:avLst/>
          </a:prstGeom>
          <a:solidFill>
            <a:srgbClr val="2E7D3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187451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CTC
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24231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assert() evaluated
FAIL = bug detected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Bug Detection Mechanism: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49039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When assert() is evaluated in Stage 5 against the live backend's response/DB state,
if it returns FALSE → the postcondition is violated → a bug has been detected.
The CTC output records the full sequence: inputs, HTTP calls, DB state fetched, and the failing assertion.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37760"/>
            <a:ext cx="11430000" cy="640080"/>
          </a:xfrm>
          <a:prstGeom prst="rect">
            <a:avLst/>
          </a:prstGeom>
          <a:solidFill>
            <a:srgbClr val="E8EAF6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983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37E"/>
                </a:solidFill>
              </a:rPr>
              <a:t>Example: deleteBook spec asserts  not_in(bookCode, dom(B'))  →  get_B() called on live DB  →  if book still exists → assert returns false → BUG DETECTED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Restaurant Backend — Results &amp; Bug Descriptions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7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888"/>
                <a:gridCol w="2803108"/>
                <a:gridCol w="3603997"/>
                <a:gridCol w="2402664"/>
                <a:gridCol w="1201332"/>
                <a:gridCol w="80088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Bug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Bug Type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Detected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Depth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RB1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routes/auth.js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Registration returns HTTP 200 instead of 201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status code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62828"/>
                          </a:solidFill>
                        </a:rPr>
                        <a:t>NO ✗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—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RB2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routes/restaurants.js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Restaurant record not removed after delete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Missing side-effect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RB3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routes/menu.js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Menu item creation returns HTTP 200 instead of 201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status code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62828"/>
                          </a:solidFill>
                        </a:rPr>
                        <a:t>NO ✗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—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RB4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routes/orders.js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Order status not updated after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Missing side-effect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RB5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routes/cart.js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Cart item not cleared after checkout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Missing side-effect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RB6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routes/reviews.js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Review creation returns HTTP 200 instead of 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status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62828"/>
                          </a:solidFill>
                        </a:rPr>
                        <a:t>NO ✗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RB7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models/Cart.js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Cart stores wrong quantity value (wrong field mapping)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field value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RB8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routes/restaurants.js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Restaurant record not updated correctly after 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Missing side-effect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303520"/>
            <a:ext cx="11612880" cy="45720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Mutation Score: 5 / 8 (62.5%)   |   Missed: RB1, RB3, RB6 — all status code mutations (200 vs 201). Factory accepts both → undetectable.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E-Commerce Backend — Results &amp; Bug Descriptions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7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888"/>
                <a:gridCol w="2803108"/>
                <a:gridCol w="3603997"/>
                <a:gridCol w="2402664"/>
                <a:gridCol w="1201332"/>
                <a:gridCol w="80088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Bug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Bug Type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Detected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Depth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EB1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authController.js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User registered but not saved to DB (id=null returned)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Save without persist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EB2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productController.js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Product created but not saved to DB (id=null returned)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Save without persist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EB3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orderController.js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Order status field set to wrong value after creation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field value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EB4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cartController.js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Cart quantity doubled — item added with qty×2 instead of qty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field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EB5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reviewController.js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Review submitted but not saved to DB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Missing side-effect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EB6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orderController.js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Total = sum of prices only, ignores quantity multiplier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EB7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productController.js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Buyer role can delete products (seller-only operation)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Auth bypass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EB8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cartController.js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Add to cart succeeds even when qty &gt; available stock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303520"/>
            <a:ext cx="1161288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Mutation Score: 8 / 8 (100%)   |   All bugs designed as state-change mutations → all detectable via postcondition assertions.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Library Backend — Results &amp; Bug Descriptions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7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402"/>
                <a:gridCol w="2783909"/>
                <a:gridCol w="3817933"/>
                <a:gridCol w="2227127"/>
                <a:gridCol w="1193104"/>
                <a:gridCol w="79540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Bug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Bug Type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Detected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Depth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LB1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RequestController.java:167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After loan accepted, original request not deleted from DB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Missing side-effect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4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LB2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BookService.java:43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deleteBook runs, returns book, but never calls deleteById() — book stays in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Missing side-effect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LB3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RequestController.java:147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Overlap check inverted: throws error for valid (non-overlapping) requests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conditional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4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LB4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BookStudentService.java:70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returnBook runs but loan record not deleted — findById instead of deleteById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Missing side-effect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LB5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StudentService.java:50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deleteStudent calls getStudentById instead of deleteStudentById — student stays in DB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Missing side-effect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LB6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BookService.java:57-60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updateBook calls deleteById instead of updateBook — book is deleted on 'update'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LB7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StudentService.java:40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saveStudent returns input student without calling saveStudent() — id=0, not in DB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Save without persist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LB8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BookService.java:33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addBook returns new Book() without calling saveBook() — bookCode=0, not in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Save without persist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303520"/>
            <a:ext cx="1161288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Mutation Score: 8 / 8 (100%)   |   Spring Boot (Java) backend — deepest test chain: LB4 at depth=5.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Bug Test File Walkthrough — LB8: Book Not Saved (depth=1)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4572000"/>
          </a:xfrm>
          <a:prstGeom prst="rect">
            <a:avLst/>
          </a:prstGeom>
          <a:solidFill>
            <a:srgbClr val="E8EAF6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WHAT WAS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Bug injected: BookService.java line 33
  return this.bookDAO.saveBook(book)
  → return new Book();  ← never saves to DB
Spec postcondition for saveBookOk:
  in(_result, dom(B'))
  (result ID must exist in the Books table)
Test sequence: saveBookOk  [just 1 API call]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HOW IT 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233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new Book() creates object with bookCode=0 (Java default).
Controller returns HTTP 200 with bookCode=0 in JSON.
SaveBookFunc stores '0' as the result.
get_B() fetches live DB — no book with bookCode=0 exists.
in('0', dom(B')) → false → ASSERT FAILED → BUG DETECTED.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097280"/>
            <a:ext cx="5852160" cy="4572000"/>
          </a:xfrm>
          <a:prstGeom prst="rect">
            <a:avLst/>
          </a:prstGeom>
          <a:solidFill>
            <a:srgbClr val="1A1A2E"/>
          </a:solidFill>
          <a:ln w="63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A5F5"/>
                </a:solidFill>
              </a:rPr>
              <a:t>PIPELINE OF EXECUTION &amp;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55448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A5F5"/>
                </a:solidFill>
              </a:rPr>
              <a:t>[SEE] Symbolic var: bookTitle =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013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[Z3]  Assign: bookTitle = 'Test Book 6'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04825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29514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[SaveBookFunc] Creating book: Test Book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54203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[HttpClient] POST /books/save → 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CC00"/>
                </a:solidFill>
              </a:rPr>
              <a:t>[SaveBookFunc] bookCode returned: 0   ← not saved!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3580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[ASSIGN] _result0 := '0'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8269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52958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[GetBFunc] Fetching B (Books) from live DB...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77647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8888"/>
                </a:solidFill>
              </a:rPr>
              <a:t>[GetBFunc] (empty — no book with code=0 in DB)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02336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27024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[ASSERT] in(_result0, dom(tmp_B_1))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1713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4444"/>
                </a:solidFill>
              </a:rPr>
              <a:t>[ASSERT] Result: false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76402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4444"/>
                </a:solidFill>
              </a:rPr>
              <a:t>[ASSERT] ✗ Assertion FAILED — BUG DETECTED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Bug Test File Walkthrough — LB3: Overlap Check Inverted (depth=4)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4572000"/>
          </a:xfrm>
          <a:prstGeom prst="rect">
            <a:avLst/>
          </a:prstGeom>
          <a:solidFill>
            <a:srgbClr val="E8EAF6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WHAT WAS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Bug injected: RequestController.java line 147
  if (doesRequestOverlap(request)) { throw }
  → if (!doesRequestOverlap(request)) { throw }
Spec postcondition for acceptRequestOk:
  AND(in(_result3, dom(Loans')),
      not_in(requestId, dom(Req')))
Test sequence (4 steps):
  1. saveBookOk
  2. saveStudentOk
  3. saveRequestOk
  4. acceptRequestOk  ← BUG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343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HOW IT 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7548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Fresh request has no overlapping loans →
doesRequestOverlap() = false.
Inverted guard: !false = true → throws exception → HTTP 500.
AcceptRequestFunc returns Num(500).
in(500, dom(Loans')) → false → BUG DETECTED.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097280"/>
            <a:ext cx="5852160" cy="4572000"/>
          </a:xfrm>
          <a:prstGeom prst="rect">
            <a:avLst/>
          </a:prstGeom>
          <a:solidFill>
            <a:srgbClr val="1A1A2E"/>
          </a:solidFill>
          <a:ln w="63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A5F5"/>
                </a:solidFill>
              </a:rPr>
              <a:t>PIPELINE OF EXECUTION &amp;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55448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A5F5"/>
                </a:solidFill>
              </a:rPr>
              <a:t>[SEE] Symbolic vars: bookTitle=?, studentName=?, dates=?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013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[Z3]  Assigns concrete values for all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04825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29514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FF88"/>
                </a:solidFill>
              </a:rPr>
              <a:t>[SaveBookFunc] POST /books/save → 201 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54203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FF88"/>
                </a:solidFill>
              </a:rPr>
              <a:t>[SaveStudentFunc] POST /student/save → 200 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FF88"/>
                </a:solidFill>
              </a:rPr>
              <a:t>[SaveRequestFunc] POST /request/save → 200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3580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8269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[AcceptRequestFunc] POST /bookStudent/accept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52958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CC00"/>
                </a:solidFill>
              </a:rPr>
              <a:t>[HttpClient] → 500  ← server threw exception!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77647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8888"/>
                </a:solidFill>
              </a:rPr>
              <a:t>[AcceptRequestFunc] Error: Book not 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02336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[ASSIGN] _result3 := 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27024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1713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[ASSERT] AND(in(500, dom(Loans')), not_in(reqId, Req'))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76402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4444"/>
                </a:solidFill>
              </a:rPr>
              <a:t>[ASSERT] Result: 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01091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4444"/>
                </a:solidFill>
              </a:rPr>
              <a:t>[ASSERT] ✗ Assertion FAILED — BUG DETECTED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Comparative Results — All Three Backends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3870960"/>
                <a:gridCol w="1935480"/>
                <a:gridCol w="1935480"/>
                <a:gridCol w="19354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Bugs Injected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Bugs Detected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Mutation Score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Restaurant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Node.js / Express + MongoDB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8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5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62.5%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E-Commerce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Node.js / Express + MongoDB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Library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Java Spring Boot + MySQL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8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8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100%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063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Detection by Bug Type: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383280"/>
          <a:ext cx="68579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470"/>
                <a:gridCol w="2017058"/>
                <a:gridCol w="2420470"/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Bug Type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Detected / Total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Missing side-effect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11 / 11  (100%)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Core strength of TestGen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Save without persist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3 / 3 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Caught at depth=1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operation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2 / 2  (100%)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State change catches it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2 / 2 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Exception → wrong HTTP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field/calculation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3 / 3  (100%)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Spec value assertion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Wrong status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0 / 3  (0%)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Factory accepts 200 &amp; 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3063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Detection Depth: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79" y="3383280"/>
          <a:ext cx="4389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"/>
                <a:gridCol w="877824"/>
                <a:gridCol w="2633472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Depth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Bugs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4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EB1, EB2, LB7, LB8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Most restaurant + ecom + 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3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RB4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LB1, LB3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5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/>
                        <a:t>LB4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0" cy="1600200"/>
          </a:xfrm>
          <a:prstGeom prst="rect">
            <a:avLst/>
          </a:prstGeom>
          <a:solidFill>
            <a:srgbClr val="E8EAF6"/>
          </a:solidFill>
          <a:ln w="1016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74320" cy="1600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4592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Postcondition state assertions are the primary detection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TestGen checks live DB state after each API call. If the expected state change didn't happen → bug detected. Works across Node.js+MongoDB and Java+MySQL without changing the assertion logic.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669280" cy="1600200"/>
          </a:xfrm>
          <a:prstGeom prst="rect">
            <a:avLst/>
          </a:prstGeom>
          <a:solidFill>
            <a:srgbClr val="E8EAF6"/>
          </a:solidFill>
          <a:ln w="1016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274320" cy="1600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4592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Status code mutations escape detection when factories are flexible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2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Factories that accept both 200 and 201 cannot see status code bugs. Design bugs as state-change mutations for reliable detection.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80360"/>
            <a:ext cx="5669280" cy="1600200"/>
          </a:xfrm>
          <a:prstGeom prst="rect">
            <a:avLst/>
          </a:prstGeom>
          <a:solidFill>
            <a:srgbClr val="E8EAF6"/>
          </a:solidFill>
          <a:ln w="1016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80360"/>
            <a:ext cx="274320" cy="1600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38328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2607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Save-without-persist bugs are caught immediately at depth=1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8328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return new Book() gives bookCode=0, return student gives id=0. Neither exists in DB → in-domain assertion fails instantly. Minimal test needed.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880360"/>
            <a:ext cx="5669280" cy="1600200"/>
          </a:xfrm>
          <a:prstGeom prst="rect">
            <a:avLst/>
          </a:prstGeom>
          <a:solidFill>
            <a:srgbClr val="E8EAF6"/>
          </a:solidFill>
          <a:ln w="1016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880360"/>
            <a:ext cx="274320" cy="1600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38328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92607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Cascade detection amplifies bug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38328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A single save-without-persist bug cascades into all downstream tests requiring that entity. LB8 → all book-dependent tests. LB7 → all student-dependent tests (same as EB2).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17720"/>
            <a:ext cx="5669280" cy="1600200"/>
          </a:xfrm>
          <a:prstGeom prst="rect">
            <a:avLst/>
          </a:prstGeom>
          <a:solidFill>
            <a:srgbClr val="E8EAF6"/>
          </a:solidFill>
          <a:ln w="1016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617720"/>
            <a:ext cx="274320" cy="1600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12064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663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Existing specs are often sufficient — no new blocks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Library backend: all 8 bugs caught with 0 new spec blocks. Well-designed postconditions covering save/delete/update/accept/return are enough.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617720"/>
            <a:ext cx="5669280" cy="1600200"/>
          </a:xfrm>
          <a:prstGeom prst="rect">
            <a:avLst/>
          </a:prstGeom>
          <a:solidFill>
            <a:srgbClr val="E8EAF6"/>
          </a:solidFill>
          <a:ln w="1016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617720"/>
            <a:ext cx="274320" cy="1600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12064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663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TestGen scales across technology stacks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12064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Framework adapted from Node.js+MongoDB to Java Spring Boot+MySQL by adjusting the FunctionFactory and HTTP layer only. SEE, Z3, and assertion logic are backend-agnostic.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Output Files — all_test_files/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49039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Restaurant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3749039" cy="420624"/>
          </a:xfrm>
          <a:prstGeom prst="rect">
            <a:avLst/>
          </a:prstGeom>
          <a:solidFill>
            <a:srgbClr val="E8EAF6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bugtest_B1-B8_*.txt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47672"/>
            <a:ext cx="3749039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7510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bugtest_SUMMARY_ALL8_BUGS.txt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9" y="1097280"/>
            <a:ext cx="3749039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9" y="111556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E-Commerce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9" y="1508760"/>
            <a:ext cx="3749039" cy="420624"/>
          </a:xfrm>
          <a:prstGeom prst="rect">
            <a:avLst/>
          </a:prstGeom>
          <a:solidFill>
            <a:srgbClr val="E8EAF6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9" y="1536192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bugtest_ECOM_EB1_user_not_saved.txt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9" y="1947672"/>
            <a:ext cx="3749039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197510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bugtest_ECOM_EB2_product_not_saved.txt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9" y="2386584"/>
            <a:ext cx="3749039" cy="420624"/>
          </a:xfrm>
          <a:prstGeom prst="rect">
            <a:avLst/>
          </a:prstGeom>
          <a:solidFill>
            <a:srgbClr val="E8EAF6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9" y="2414015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bugtest_ECOM_EB3_order_wrong_status.txt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799" y="2825496"/>
            <a:ext cx="3749039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39" y="2852928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bugtest_ECOM_EB4_cart_quantity_doubled.txt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799" y="3264408"/>
            <a:ext cx="3749039" cy="420624"/>
          </a:xfrm>
          <a:prstGeom prst="rect">
            <a:avLst/>
          </a:prstGeom>
          <a:solidFill>
            <a:srgbClr val="E8EAF6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39" y="3291839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bugtest_ECOM_EB5_review_not_saved.txt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799" y="3703320"/>
            <a:ext cx="3749039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39" y="3730752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bugtest_ECOM_EB6_wrong_order_total.txt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799" y="4142231"/>
            <a:ext cx="3749039" cy="420624"/>
          </a:xfrm>
          <a:prstGeom prst="rect">
            <a:avLst/>
          </a:prstGeom>
          <a:solidFill>
            <a:srgbClr val="E8EAF6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39" y="4169663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bugtest_ECOM_EB7_buyer_deletes_product.txt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799" y="4581144"/>
            <a:ext cx="3749039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39" y="4608576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bugtest_ECOM_EB8_cart_exceeds_stock.txt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799" y="5020056"/>
            <a:ext cx="3749039" cy="420624"/>
          </a:xfrm>
          <a:prstGeom prst="rect">
            <a:avLst/>
          </a:prstGeom>
          <a:solidFill>
            <a:srgbClr val="E8EAF6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39" y="5047488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bugtest_ECOM_SUMMARY_ALL8_BUGS.txt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1097280"/>
            <a:ext cx="3749039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19" y="111556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Library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1508760"/>
            <a:ext cx="3749039" cy="420624"/>
          </a:xfrm>
          <a:prstGeom prst="rect">
            <a:avLst/>
          </a:prstGeom>
          <a:solidFill>
            <a:srgbClr val="E8EAF6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1536192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bugtest_LIB_LB1_request_not_deleted.txt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1947672"/>
            <a:ext cx="3749039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197510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bugtest_LIB_LB2_book_not_deleted.txt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2386584"/>
            <a:ext cx="3749039" cy="420624"/>
          </a:xfrm>
          <a:prstGeom prst="rect">
            <a:avLst/>
          </a:prstGeom>
          <a:solidFill>
            <a:srgbClr val="E8EAF6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19" y="2414015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bugtest_LIB_LB3_overlap_check_inverted.txt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9" y="2825496"/>
            <a:ext cx="3749039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9" y="2852928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bugtest_LIB_LB4_loan_not_deleted.txt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3264408"/>
            <a:ext cx="3749039" cy="420624"/>
          </a:xfrm>
          <a:prstGeom prst="rect">
            <a:avLst/>
          </a:prstGeom>
          <a:solidFill>
            <a:srgbClr val="E8EAF6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19" y="3291839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bugtest_LIB_LB5_student_not_deleted.txt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3703320"/>
            <a:ext cx="3749039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19" y="3730752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bugtest_LIB_LB6_update_deletes_book.txt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79" y="4142231"/>
            <a:ext cx="3749039" cy="420624"/>
          </a:xfrm>
          <a:prstGeom prst="rect">
            <a:avLst/>
          </a:prstGeom>
          <a:solidFill>
            <a:srgbClr val="E8EAF6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19" y="4169663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bugtest_LIB_LB7_student_not_saved.txt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4581144"/>
            <a:ext cx="3749039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19" y="4608576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bugtest_LIB_LB8_book_not_saved.txt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79" y="5020056"/>
            <a:ext cx="3749039" cy="420624"/>
          </a:xfrm>
          <a:prstGeom prst="rect">
            <a:avLst/>
          </a:prstGeom>
          <a:solidFill>
            <a:srgbClr val="E8EAF6"/>
          </a:solidFill>
          <a:ln w="381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19" y="5047488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bugtest_LIB_SUMMARY_ALL8_BUGS.txt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